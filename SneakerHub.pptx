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719072"/>
            <a:ext cx="10360152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rPr lang="vi-VN" dirty="0"/>
              <a:t>XÂY DỰNG HỆ THỐNG THƯƠNG MẠI ĐIỆN TỬ SNEAKER HUB</a:t>
            </a:r>
          </a:p>
          <a:p>
            <a:pPr algn="ctr">
              <a:defRPr sz="2000">
                <a:solidFill>
                  <a:srgbClr val="FFFFFF"/>
                </a:solidFill>
                <a:latin typeface="Arial"/>
              </a:defRPr>
            </a:pPr>
            <a:r>
              <a:rPr lang="vi-VN" dirty="0"/>
              <a:t>Báo cáo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</a:t>
            </a:r>
            <a:endParaRPr lang="vi-VN" dirty="0"/>
          </a:p>
        </p:txBody>
      </p:sp>
      <p:sp>
        <p:nvSpPr>
          <p:cNvPr id="3" name="TextBox 2"/>
          <p:cNvSpPr txBox="1"/>
          <p:nvPr/>
        </p:nvSpPr>
        <p:spPr>
          <a:xfrm>
            <a:off x="3674583" y="4572000"/>
            <a:ext cx="4839786" cy="687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Sinh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</a:t>
            </a:r>
            <a:r>
              <a:rPr lang="en-US" dirty="0"/>
              <a:t>Đoàn Thanh Huy</a:t>
            </a:r>
            <a:r>
              <a:rPr dirty="0"/>
              <a:t> |  </a:t>
            </a:r>
            <a:r>
              <a:rPr lang="en-US" dirty="0"/>
              <a:t>MSV : 24IT099</a:t>
            </a:r>
            <a:endParaRPr dirty="0"/>
          </a:p>
          <a:p>
            <a:pPr algn="ctr">
              <a:defRPr sz="1600">
                <a:solidFill>
                  <a:srgbClr val="DEE2E6"/>
                </a:solidFill>
              </a:defRPr>
            </a:pP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dẫn</a:t>
            </a:r>
            <a:r>
              <a:rPr dirty="0"/>
              <a:t>:</a:t>
            </a:r>
            <a:r>
              <a:rPr lang="en-US" dirty="0"/>
              <a:t> TS </a:t>
            </a:r>
            <a:r>
              <a:rPr lang="en-US" dirty="0" err="1"/>
              <a:t>Hồ</a:t>
            </a:r>
            <a:r>
              <a:rPr lang="en-US" dirty="0"/>
              <a:t> Văn Phi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TÍNH CẤP THIẾT &amp; ĐẶT VẤN ĐỀ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Thách thức của các hệ thống cũ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Trải nghiệm khách hàng phẳng: Không zoom chi tiết được chất liệu da, vải mesh của giày hiệu.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Bảo mật tài khoản thấp: Quy trình lấy lại mật khẩu thủ công mất thời gian và dễ bị spam giả mạo.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Thanh toán bán tự động: Xác nhận chuyển khoản bằng tay làm gia tăng tỷ lệ hủy đơn hàng của khách.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4495E"/>
                </a:solidFill>
              </a:defRPr>
            </a:pPr>
            <a:r>
              <a:t>Giải pháp đột phá từ Sneaker Hub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✔ Image Magnifier chuyên biệt: Thấu kính zoom mượt mà xem rõ đường kim mũi chỉ và đế đệm.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✔ Bảo mật xác thực OTP Gmail: Gửi mã xác nhận 6 số ngẫu nhiên hết hạn trong 5 phút để bảo vệ tài khoản.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✔ Tích hợp VNPay an toàn 100%: Sử dụng chữ ký HMAC-SHA512 và IPN URL tự động hóa giao dịch.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KIẾN TRÚC HỆ THỐNG MERN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Cấu trúc Mô hình Phân tầng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➔ FRONTEND (SPA): ReactJS + Vite tăng hiệu năng tải trang gấp 10 lần Webpack, UI Ant Design đồng bộ.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➔ BACKEND (RESTful API): Node.js &amp; Express định tuyến rõ ràng, viết Middleware kiểm soát an ninh.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➔ DATABASE (NoSQL): MongoDB lưu trữ linh động các trường dữ liệu phi cấu trúc.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4495E"/>
                </a:solidFill>
              </a:defRPr>
            </a:pPr>
            <a:r>
              <a:t>Công nghệ và Dịch vụ liên kết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✦ Cloudinary Cloud: Lưu trữ CDN hình ảnh danh mục và feedback của khách hàng tải lên siêu tốc.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✦ Nodemailer (SMTP Server): Tự động phát mã OTP qua email an toàn.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✦ VNPay SandBox API: Cổng kiểm thử thanh toán trực tuyến đồng bộ hóa ngân hàng quốc gia.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THIẾT KẾ CƠ SỞ DỮ LIỆU ĐỘC LẬP &amp; LINH HOẠT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Cơ cấu Model Dữ liệu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Users: ID, Name, Email, Password (bcrypt), Role.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Products: Name, Price, Discount, Stock, Category ID, Metadata.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Categories: Lưu thông tin thương hiệu (Nike, Adidas, Jordan, v.v.).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Carts &amp; Payments: Quản lý giỏ hàng và mã giao dịch thanh toán.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OTPs: Lưu mã bảo mật khôi phục mật khẩu hết hạn sau 5 phút.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4495E"/>
                </a:solidFill>
              </a:defRPr>
            </a:pPr>
            <a:r>
              <a:t>Điểm sáng: Mixed Metadata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Sử dụng trường 'metadata' loại Schema.Types.Mixed trong MongoDB giúp lưu động các thông tin thay vì JOIN bảng cứng nhắc: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</a:defRPr>
            </a:pPr>
            <a:r>
              <a:t>  - Size: Lưu dải cỡ giày '38, 39, 40, 41, 42'.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</a:defRPr>
            </a:pPr>
            <a:r>
              <a:t>  - Author: Lưu SKU giày (VD: 'IH1514 001').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</a:defRPr>
            </a:pPr>
            <a:r>
              <a:t>  - Publisher: Lưu vật liệu thân giày (VD: 'Da dệt cao cấp').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</a:defRPr>
            </a:pPr>
            <a:r>
              <a:t>  - Translator: Xuất xứ gia công (VD: 'Việt Nam').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</a:defRPr>
            </a:pPr>
            <a:r>
              <a:t>  - CoverType: Tình trạng hộp giày (VD: 'Mới 100% Fullbox').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GIAO DIỆN TRANG CHỦ &amp; PHÂN LOẠI THƯƠNG HIỆU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Trải nghiệm Đồ họa Mượt mà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Slide Banner: Slideshow giới thiệu chiến dịch Sneaker mới nhất.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Bộ lọc Thương hiệu: Click chọn tức thì các thương hiệu giày nổi bật.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Giao diện tối giản: Tối ưu khoảng trắng hiển thị nổi bật giày hiệu.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Tốc độ phản hồi: SPA loại bỏ hoàn toàn cảm giác tải trang giật lag.</a:t>
            </a:r>
          </a:p>
        </p:txBody>
      </p:sp>
      <p:pic>
        <p:nvPicPr>
          <p:cNvPr id="4" name="Picture 3" descr="homepage_1786859035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645920"/>
            <a:ext cx="661111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QUY TRÌNH ĐĂNG KÝ VÀ ĐĂNG NHẬP AN TOÀN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Hệ thống xác thực người dùng tích hợp kiểm tra trùng lặp email thời gian thực và băm bảo mật mật khẩu ở phía máy chủ. Phiên làm việc được duy trì an toàn bằng mã JWT lưu trữ tại Client.</a:t>
            </a:r>
          </a:p>
        </p:txBody>
      </p:sp>
      <p:pic>
        <p:nvPicPr>
          <p:cNvPr id="4" name="Picture 3" descr="register_page_1786859399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5559552" cy="3657600"/>
          </a:xfrm>
          <a:prstGeom prst="rect">
            <a:avLst/>
          </a:prstGeom>
        </p:spPr>
      </p:pic>
      <p:pic>
        <p:nvPicPr>
          <p:cNvPr id="5" name="Picture 4" descr="login_page_17868594048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250" y="2377440"/>
            <a:ext cx="555955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CHI TIẾT SẢN PHẨM &amp; CÔNG NGHỆ KÍNH LÚP (UX)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Trực quan hóa Sản phẩm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Thuật toán Kính lúp (Magnifier): Rê chuột trên ảnh gốc tính toán vị trí background hiển thị ảnh sắc nét phóng đại tương ứng.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Chọn Size thông minh: Kiểm tra tính sẵn sàng của size trong kho trước khi cho phép thêm vào giỏ hàng.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Đánh giá &amp; Ảnh thực tế: Người dùng bình luận đính kèm ảnh chụp thật đẩy trực tiếp lên Cloudinary.</a:t>
            </a:r>
          </a:p>
        </p:txBody>
      </p:sp>
      <p:pic>
        <p:nvPicPr>
          <p:cNvPr id="4" name="Picture 3" descr="product_detail_1786859051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1645920"/>
            <a:ext cx="679399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HỆ THỐNG GIỎ HÀNG VÀ ÁP MÃ KHUYẾN MÃI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Quản lý Giỏ hàng Động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Cập nhật số lượng tức thời: Tăng giảm số lượng sản phẩm đồng bộ với Database API.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Kiểm tra tồn kho: Cảnh báo nếu số lượng mua vượt quá số lượng hàng tồn kho thực tế.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Mã Coupon Giảm giá: Tính toán giảm trừ tổng số tiền thanh toán ngay lập tức trên giao diện.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Luồng checkout: Chuyển thông tin giỏ hàng sang form đặt hàng và tích hợp nút thanh toán điện tử.</a:t>
            </a:r>
          </a:p>
        </p:txBody>
      </p:sp>
      <p:pic>
        <p:nvPicPr>
          <p:cNvPr id="4" name="Picture 3" descr="cart_page_17868594368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45920"/>
            <a:ext cx="6934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GIAO DIỆN QUẢN TRỊ ADMIN VÀ KIỂM SOÁT ĐƠN HÀNG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Nghiệp vụ Vận hành Cửa hàng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Thống kê tài chính: Biểu đồ và thông số tổng doanh thu, số lượng đơn hàng, số khách hàng mới.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Quản lý CRUD: Tạo sản phẩm mới, điền dải size, chọn hãng và tải ảnh trực tiếp lên CDN Cloudinary.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Cập nhật đơn hàng: Quy trình kiểm duyệt trạng thái đơn hàng và xác thực thanh toán điện tử.</a:t>
            </a:r>
          </a:p>
        </p:txBody>
      </p:sp>
      <p:pic>
        <p:nvPicPr>
          <p:cNvPr id="4" name="Picture 3" descr="admin_dashboard_178685944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QUY TRÌNH TỰ ĐỘNG HÓA THANH TOÁN VNPAY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Tạo Yêu cầu Giao dịch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➔ Xây dựng chữ ký HMAC-SHA512 bảo vệ tính toàn vẹn của số tiền thanh toán.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➔ Khách hàng được chuyển hướng an toàn đến máy chủ thanh toán chính thức của VNPay để hoàn tất quét QR hoặc nhập thẻ nội địa/quốc tế.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4495E"/>
                </a:solidFill>
              </a:defRPr>
            </a:pPr>
            <a:r>
              <a:t>Nhận Kết quả Giao dịch (IPN URL)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➔ VNPay Backend gửi thông báo tự động (giao dịch thành công/lỗi) ngầm tới endpoint IPN URL trên Server.</a:t>
            </a:r>
          </a:p>
          <a:p>
            <a:pPr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➔ Hệ thống tự động thay đổi trạng thái đơn hàng sang 'Đã thanh toán', giảm tỷ lệ thất thoát dữ liệu đơn hàng khi khách tắt trình duyệt.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A242B"/>
                </a:solidFill>
                <a:latin typeface="Arial"/>
              </a:defRPr>
            </a:pPr>
            <a:r>
              <a:t>BẢO MẬT HỆ THỐNG VÀ XỬ LÝ LỖI TẬP TRUNG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242B"/>
                </a:solidFill>
              </a:defRPr>
            </a:pPr>
            <a:r>
              <a:t>Kiểm soát An toàn Dữ liệu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Mã hóa Bcrypt: Băm chậm một chiều mật khẩu khách hàng.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Mã Token JWT: Cấp phát token bảo mật khi đăng nhập, kiểm soát quyền truy cập bằng Middleware checkAuth.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Phân quyền phân cấp: Middleware authUser xác minh quyền admin chặt chẽ trước khi trả về dữ liệu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4495E"/>
                </a:solidFill>
              </a:defRPr>
            </a:pPr>
            <a:r>
              <a:t>Xử lý Ngoại lệ Tập trung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Lớp ErrorResponse kế thừa: Cấu trúc sẵn lỗi HTTP Code.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Middleware trung tâm: Gom tất cả các lỗi trong dự án về một điểm duy nhất để kiểm soát phản hồi JSON, đảm bảo máy chủ không bao giờ bị sập.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t>• Phản hồi thống nhất: Trả lỗi theo format JSON chuẩn hóa.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  <a:latin typeface="Arial"/>
              </a:defRPr>
            </a:pPr>
            <a:r>
              <a:t>KẾT LUẬN &amp; ĐỊNH HƯỚNG TƯƠNG LAI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Kết quả đạt được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🏆 Xây dựng thành công web bán giày MERN stack hoàn chỉnh.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🏆 Tối ưu tốc độ tải trang SPA mượt mà dưới 1 giây.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🏆 Thực hiện dọn dẹp dự án giảm dung lượng từ 480MB về 6MB.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🏆 Tự động hóa hoàn toàn luồng thanh toán hóa đơn bằng VNPay.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4495E"/>
                </a:solidFill>
              </a:defRPr>
            </a:pPr>
            <a:r>
              <a:t>Định hướng phát triển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🚀 Tích hợp thuật toán Machine Learning gợi ý sản phẩm Sneaker cá nhân hóa theo thói quen của khách hàng.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🚀 Phát triển ứng dụng di động đa nền tảng (React Native) chạy đồng bộ với Database MongoDB hiện tại.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1345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 Đoàn</cp:lastModifiedBy>
  <cp:revision>2</cp:revision>
  <dcterms:created xsi:type="dcterms:W3CDTF">2013-01-27T09:14:16Z</dcterms:created>
  <dcterms:modified xsi:type="dcterms:W3CDTF">2026-08-16T06:02:05Z</dcterms:modified>
  <cp:category/>
</cp:coreProperties>
</file>